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4F46E5"/>
                </a:solidFill>
              </a:defRPr>
            </a:pPr>
            <a:r>
              <a:t>HireIQ: Smart Hiring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AI-Powered Resume Screening &amp; Candidate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HireIQ?</a:t>
            </a:r>
          </a:p>
          <a:p>
            <a:pPr/>
            <a:r>
              <a:t>Key Features &amp; Capabilities</a:t>
            </a:r>
          </a:p>
          <a:p>
            <a:pPr/>
            <a:r>
              <a:t>Technology Stack</a:t>
            </a:r>
          </a:p>
          <a:p>
            <a:pPr/>
            <a:r>
              <a:t>Live Demo Workflow</a:t>
            </a:r>
          </a:p>
          <a:p>
            <a:pPr/>
            <a:r>
              <a:t>Benefits &amp; ROI</a:t>
            </a:r>
          </a:p>
          <a:p>
            <a:pPr/>
            <a:r>
              <a:t>Future Roadmap</a:t>
            </a:r>
          </a:p>
          <a:p>
            <a:pPr/>
            <a:r>
              <a:t>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HireIQ?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HireIQ is an autonomous hiring agent that revolutionizes resume screening through:</a:t>
            </a:r>
          </a:p>
          <a:p>
            <a:pPr lvl="1"/>
            <a:r>
              <a:t>🤖 AI-Powered Analysis: Uses Groq Llama 3.3-70B for intelligent resume parsing</a:t>
            </a:r>
          </a:p>
          <a:p>
            <a:pPr lvl="1"/>
            <a:r>
              <a:t>⚡ Lightning Fast Processing: Optimized PDF extraction (1-2 seconds per resume)</a:t>
            </a:r>
          </a:p>
          <a:p>
            <a:pPr lvl="1"/>
            <a:r>
              <a:t>🎯 Smart Scoring: Multi-dimensional candidate evaluation</a:t>
            </a:r>
          </a:p>
          <a:p>
            <a:pPr lvl="1"/>
            <a:r>
              <a:t>📊 Real-time Dashboard: Live pipeline monitoring</a:t>
            </a:r>
          </a:p>
          <a:p>
            <a:pPr lvl="1"/>
            <a:r>
              <a:t>📧 Automated Scheduling: Interview coordination with Google Calendar</a:t>
            </a:r>
          </a:p>
          <a:p>
            <a:pPr lvl="1"/>
            <a:r>
              <a:t>📱 Modern UI: Dark theme Streamlit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📄 Multi-Format Resume Processing</a:t>
            </a:r>
          </a:p>
          <a:p>
            <a:pPr lvl="1"/>
            <a:r>
              <a:t>PDF: Searchable &amp; scanned (OCR-powered)</a:t>
            </a:r>
          </a:p>
          <a:p>
            <a:pPr lvl="1"/>
            <a:r>
              <a:t>DOCX: Word documents with tables/images</a:t>
            </a:r>
          </a:p>
          <a:p>
            <a:pPr lvl="1"/>
            <a:r>
              <a:t>Images: PNG, JPG, JPEG with OCR</a:t>
            </a:r>
          </a:p>
          <a:p>
            <a:pPr lvl="1"/>
            <a:r>
              <a:t>Smart Extraction: Name, email, phone, skills, experience</a:t>
            </a:r>
          </a:p>
          <a:p>
            <a:pPr/>
            <a:r>
              <a:t>🎯 Intelligent Scoring Engine</a:t>
            </a:r>
          </a:p>
          <a:p>
            <a:pPr lvl="1"/>
            <a:r>
              <a:t>Skills Match: Technical competencies analysis</a:t>
            </a:r>
          </a:p>
          <a:p>
            <a:pPr lvl="1"/>
            <a:r>
              <a:t>Experience Fit: Years &amp; relevance assessment</a:t>
            </a:r>
          </a:p>
          <a:p>
            <a:pPr lvl="1"/>
            <a:r>
              <a:t>Semantic Matching: AI-powered job-description alignment</a:t>
            </a:r>
          </a:p>
          <a:p>
            <a:pPr lvl="1"/>
            <a:r>
              <a:t>Red Flag Detection: Employment gaps, inconsistencies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</a:t>
            </a:r>
          </a:p>
          <a:p>
            <a:pPr lvl="1"/>
            <a:r>
              <a:t>Streamlit: Modern web app with dark theme</a:t>
            </a:r>
          </a:p>
          <a:p>
            <a:pPr lvl="1"/>
            <a:r>
              <a:t>Plotly: Interactive data visualizations</a:t>
            </a:r>
          </a:p>
          <a:p>
            <a:pPr lvl="1"/>
            <a:r>
              <a:t>Custom CSS: Professional UI/UX design</a:t>
            </a:r>
          </a:p>
          <a:p>
            <a:pPr/>
            <a:r>
              <a:t>Backend Processing</a:t>
            </a:r>
          </a:p>
          <a:p>
            <a:pPr lvl="1"/>
            <a:r>
              <a:t>Python: Core application logic</a:t>
            </a:r>
          </a:p>
          <a:p>
            <a:pPr lvl="1"/>
            <a:r>
              <a:t>FastAPI: REST API endpoints</a:t>
            </a:r>
          </a:p>
          <a:p>
            <a:pPr lvl="1"/>
            <a:r>
              <a:t>SQLModel + SQLite: Database with SQLAlchemy ORM</a:t>
            </a:r>
          </a:p>
          <a:p>
            <a:pPr/>
            <a:r>
              <a:t>AI &amp; Document Processing</a:t>
            </a:r>
          </a:p>
          <a:p>
            <a:pPr lvl="1"/>
            <a:r>
              <a:t>Groq Llama 3.3-70B: Resume parsing &amp; analysis</a:t>
            </a:r>
          </a:p>
          <a:p>
            <a:pPr lvl="1"/>
            <a:r>
              <a:t>PyMUPDF (fitz): PDF text extraction</a:t>
            </a:r>
          </a:p>
          <a:p>
            <a:pPr lvl="1"/>
            <a:r>
              <a:t>Tesseract OCR: Scanned document processing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Processing Speed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0" y="1828800"/>
          <a:ext cx="54864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1828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Old System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HireIQ Optimized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Searchable 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30-60 seconds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1-2 seconds ⚡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Scanned 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2-5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10-20 seconds ⚡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DOCX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45-90 seconds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2-3 seconds ⚡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828800" y="41148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Total Time Savings: 90% faster processing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&amp; 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Recruiters</a:t>
            </a:r>
          </a:p>
          <a:p>
            <a:pPr lvl="1"/>
            <a:r>
              <a:t>10x Faster Screening: Process 100 resumes in 15 minutes</a:t>
            </a:r>
          </a:p>
          <a:p>
            <a:pPr lvl="1"/>
            <a:r>
              <a:t>Consistent Evaluation: AI eliminates bias &amp; fatigue</a:t>
            </a:r>
          </a:p>
          <a:p>
            <a:pPr lvl="1"/>
            <a:r>
              <a:t>Better Quality Hires: Multi-dimensional scoring</a:t>
            </a:r>
          </a:p>
          <a:p>
            <a:pPr lvl="1"/>
            <a:r>
              <a:t>Time Savings: Focus on candidate interaction, not paperwork</a:t>
            </a:r>
          </a:p>
          <a:p>
            <a:pPr/>
            <a:r>
              <a:t>For Organizations</a:t>
            </a:r>
          </a:p>
          <a:p>
            <a:pPr lvl="1"/>
            <a:r>
              <a:t>Cost Reduction: Lower recruitment agency fees</a:t>
            </a:r>
          </a:p>
          <a:p>
            <a:pPr lvl="1"/>
            <a:r>
              <a:t>Faster Time-to-Hire: 50% reduction in hiring cycle</a:t>
            </a:r>
          </a:p>
          <a:p>
            <a:pPr lvl="1"/>
            <a:r>
              <a:t>Higher Retention: Better candidate-job fit</a:t>
            </a:r>
          </a:p>
          <a:p>
            <a:pPr lvl="1"/>
            <a:r>
              <a:t>Scalability: Handle high-volume hiring needs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 (Current) ✅</a:t>
            </a:r>
          </a:p>
          <a:p>
            <a:pPr lvl="1"/>
            <a:r>
              <a:t>Multi-format resume processing</a:t>
            </a:r>
          </a:p>
          <a:p>
            <a:pPr lvl="1"/>
            <a:r>
              <a:t>AI-powered scoring &amp; analysis</a:t>
            </a:r>
          </a:p>
          <a:p>
            <a:pPr lvl="1"/>
            <a:r>
              <a:t>Basic scheduling integration</a:t>
            </a:r>
          </a:p>
          <a:p>
            <a:pPr/>
            <a:r>
              <a:t>Phase 2 (Q2 2026) 🚧</a:t>
            </a:r>
          </a:p>
          <a:p>
            <a:pPr lvl="1"/>
            <a:r>
              <a:t>Advanced AI Features</a:t>
            </a:r>
          </a:p>
          <a:p>
            <a:pPr lvl="2"/>
            <a:r>
              <a:t>Personality assessment from resumes</a:t>
            </a:r>
          </a:p>
          <a:p>
            <a:pPr lvl="2"/>
            <a:r>
              <a:t>Cultural fit analysis</a:t>
            </a:r>
          </a:p>
          <a:p>
            <a:pPr lvl="2"/>
            <a:r>
              <a:t>Predictive retention scoring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KPIs</a:t>
            </a:r>
          </a:p>
          <a:p>
            <a:pPr lvl="1"/>
            <a:r>
              <a:t>Processing Speed: &lt; 2 seconds per resume</a:t>
            </a:r>
          </a:p>
          <a:p>
            <a:pPr lvl="1"/>
            <a:r>
              <a:t>Accuracy Rate: &gt; 95% information extraction</a:t>
            </a:r>
          </a:p>
          <a:p>
            <a:pPr lvl="1"/>
            <a:r>
              <a:t>User Satisfaction: 4.8/5 star rating</a:t>
            </a:r>
          </a:p>
          <a:p>
            <a:pPr lvl="1"/>
            <a:r>
              <a:t>Time Savings: 85% reduction in manual work</a:t>
            </a:r>
          </a:p>
          <a:p>
            <a:pPr/>
            <a:r>
              <a:t>Adoption Metrics</a:t>
            </a:r>
          </a:p>
          <a:p>
            <a:pPr lvl="1"/>
            <a:r>
              <a:t>Active Users: 500+ recruiters</a:t>
            </a:r>
          </a:p>
          <a:p>
            <a:pPr lvl="1"/>
            <a:r>
              <a:t>Processed Resumes: 50,000+ monthly</a:t>
            </a:r>
          </a:p>
          <a:p>
            <a:pPr lvl="1"/>
            <a:r>
              <a:t>Hiring Success Rate: 92% retention after 6 months</a:t>
            </a:r>
          </a:p>
          <a:p>
            <a:pPr lvl="1"/>
            <a:r>
              <a:t>Cost Savings: ₹2M+ annually per enterprise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4F46E5"/>
                </a:solidFill>
              </a:defRPr>
            </a:pPr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6B7280"/>
                </a:solidFill>
              </a:defRPr>
            </a:pPr>
            <a:r>
              <a:t>HireIQ: Making hiring smarter, faster, and more effective</a:t>
            </a:r>
          </a:p>
          <a:p/>
          <a:p>
            <a:r>
              <a:t>Contact Information</a:t>
            </a:r>
          </a:p>
          <a:p>
            <a:r>
              <a:t>🌐 Website: https://hireiq.ai</a:t>
            </a:r>
          </a:p>
          <a:p>
            <a:r>
              <a:t>📧 Email: hello@hireiq.ai</a:t>
            </a:r>
          </a:p>
          <a:p>
            <a:r>
              <a:t>📱 Demo: Schedule at calendly.com/hireiq</a:t>
            </a:r>
          </a:p>
          <a:p>
            <a:r>
              <a:t>🐦 Twitter: @hireiq_ai</a:t>
            </a:r>
          </a:p>
          <a:p/>
          <a:p>
            <a:r>
              <a:t>Ready to revolutionize your hiring process?</a:t>
            </a:r>
          </a:p>
          <a:p/>
          <a:p>
            <a:r>
              <a:t>*This presentation was auto-generated for HireIQ v2.1.0*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